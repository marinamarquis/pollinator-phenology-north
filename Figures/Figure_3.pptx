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9" r:id="rId2"/>
  </p:sldIdLst>
  <p:sldSz cx="14630400" cy="121888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33" d="100"/>
          <a:sy n="33" d="100"/>
        </p:scale>
        <p:origin x="170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1994792"/>
            <a:ext cx="12435840" cy="4243517"/>
          </a:xfrm>
        </p:spPr>
        <p:txBody>
          <a:bodyPr anchor="b"/>
          <a:lstStyle>
            <a:lvl1pPr algn="ctr">
              <a:defRPr sz="9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6401956"/>
            <a:ext cx="10972800" cy="2942810"/>
          </a:xfrm>
        </p:spPr>
        <p:txBody>
          <a:bodyPr/>
          <a:lstStyle>
            <a:lvl1pPr marL="0" indent="0" algn="ctr">
              <a:buNone/>
              <a:defRPr sz="3840"/>
            </a:lvl1pPr>
            <a:lvl2pPr marL="731520" indent="0" algn="ctr">
              <a:buNone/>
              <a:defRPr sz="3200"/>
            </a:lvl2pPr>
            <a:lvl3pPr marL="1463040" indent="0" algn="ctr">
              <a:buNone/>
              <a:defRPr sz="2880"/>
            </a:lvl3pPr>
            <a:lvl4pPr marL="2194560" indent="0" algn="ctr">
              <a:buNone/>
              <a:defRPr sz="2560"/>
            </a:lvl4pPr>
            <a:lvl5pPr marL="2926080" indent="0" algn="ctr">
              <a:buNone/>
              <a:defRPr sz="2560"/>
            </a:lvl5pPr>
            <a:lvl6pPr marL="3657600" indent="0" algn="ctr">
              <a:buNone/>
              <a:defRPr sz="2560"/>
            </a:lvl6pPr>
            <a:lvl7pPr marL="4389120" indent="0" algn="ctr">
              <a:buNone/>
              <a:defRPr sz="2560"/>
            </a:lvl7pPr>
            <a:lvl8pPr marL="5120640" indent="0" algn="ctr">
              <a:buNone/>
              <a:defRPr sz="2560"/>
            </a:lvl8pPr>
            <a:lvl9pPr marL="5852160" indent="0" algn="ctr">
              <a:buNone/>
              <a:defRPr sz="25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BB7B9F-75CF-4226-BCDB-8DAD917040BC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3B2840-4523-41C4-82F0-B6BA891D2B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5127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BB7B9F-75CF-4226-BCDB-8DAD917040BC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3B2840-4523-41C4-82F0-B6BA891D2B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50144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8221" y="3038745"/>
            <a:ext cx="12618720" cy="5070212"/>
          </a:xfrm>
        </p:spPr>
        <p:txBody>
          <a:bodyPr anchor="b"/>
          <a:lstStyle>
            <a:lvl1pPr>
              <a:defRPr sz="9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98221" y="8156923"/>
            <a:ext cx="12618720" cy="2666305"/>
          </a:xfrm>
        </p:spPr>
        <p:txBody>
          <a:bodyPr/>
          <a:lstStyle>
            <a:lvl1pPr marL="0" indent="0">
              <a:buNone/>
              <a:defRPr sz="3840">
                <a:solidFill>
                  <a:schemeClr val="tx1">
                    <a:tint val="82000"/>
                  </a:schemeClr>
                </a:solidFill>
              </a:defRPr>
            </a:lvl1pPr>
            <a:lvl2pPr marL="73152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2pPr>
            <a:lvl3pPr marL="1463040" indent="0">
              <a:buNone/>
              <a:defRPr sz="2880">
                <a:solidFill>
                  <a:schemeClr val="tx1">
                    <a:tint val="82000"/>
                  </a:schemeClr>
                </a:solidFill>
              </a:defRPr>
            </a:lvl3pPr>
            <a:lvl4pPr marL="2194560" indent="0">
              <a:buNone/>
              <a:defRPr sz="2560">
                <a:solidFill>
                  <a:schemeClr val="tx1">
                    <a:tint val="82000"/>
                  </a:schemeClr>
                </a:solidFill>
              </a:defRPr>
            </a:lvl4pPr>
            <a:lvl5pPr marL="2926080" indent="0">
              <a:buNone/>
              <a:defRPr sz="2560">
                <a:solidFill>
                  <a:schemeClr val="tx1">
                    <a:tint val="82000"/>
                  </a:schemeClr>
                </a:solidFill>
              </a:defRPr>
            </a:lvl5pPr>
            <a:lvl6pPr marL="3657600" indent="0">
              <a:buNone/>
              <a:defRPr sz="2560">
                <a:solidFill>
                  <a:schemeClr val="tx1">
                    <a:tint val="82000"/>
                  </a:schemeClr>
                </a:solidFill>
              </a:defRPr>
            </a:lvl6pPr>
            <a:lvl7pPr marL="4389120" indent="0">
              <a:buNone/>
              <a:defRPr sz="2560">
                <a:solidFill>
                  <a:schemeClr val="tx1">
                    <a:tint val="82000"/>
                  </a:schemeClr>
                </a:solidFill>
              </a:defRPr>
            </a:lvl7pPr>
            <a:lvl8pPr marL="5120640" indent="0">
              <a:buNone/>
              <a:defRPr sz="2560">
                <a:solidFill>
                  <a:schemeClr val="tx1">
                    <a:tint val="82000"/>
                  </a:schemeClr>
                </a:solidFill>
              </a:defRPr>
            </a:lvl8pPr>
            <a:lvl9pPr marL="5852160" indent="0">
              <a:buNone/>
              <a:defRPr sz="256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BB7B9F-75CF-4226-BCDB-8DAD917040BC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3B2840-4523-41C4-82F0-B6BA891D2B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05218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05840" y="3244711"/>
            <a:ext cx="6217920" cy="773369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406640" y="3244711"/>
            <a:ext cx="6217920" cy="773369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BB7B9F-75CF-4226-BCDB-8DAD917040BC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3B2840-4523-41C4-82F0-B6BA891D2B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42507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7746" y="648945"/>
            <a:ext cx="12618720" cy="235594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7747" y="2987956"/>
            <a:ext cx="6189344" cy="1464351"/>
          </a:xfrm>
        </p:spPr>
        <p:txBody>
          <a:bodyPr anchor="b"/>
          <a:lstStyle>
            <a:lvl1pPr marL="0" indent="0">
              <a:buNone/>
              <a:defRPr sz="3840" b="1"/>
            </a:lvl1pPr>
            <a:lvl2pPr marL="731520" indent="0">
              <a:buNone/>
              <a:defRPr sz="3200" b="1"/>
            </a:lvl2pPr>
            <a:lvl3pPr marL="1463040" indent="0">
              <a:buNone/>
              <a:defRPr sz="2880" b="1"/>
            </a:lvl3pPr>
            <a:lvl4pPr marL="2194560" indent="0">
              <a:buNone/>
              <a:defRPr sz="2560" b="1"/>
            </a:lvl4pPr>
            <a:lvl5pPr marL="2926080" indent="0">
              <a:buNone/>
              <a:defRPr sz="2560" b="1"/>
            </a:lvl5pPr>
            <a:lvl6pPr marL="3657600" indent="0">
              <a:buNone/>
              <a:defRPr sz="2560" b="1"/>
            </a:lvl6pPr>
            <a:lvl7pPr marL="4389120" indent="0">
              <a:buNone/>
              <a:defRPr sz="2560" b="1"/>
            </a:lvl7pPr>
            <a:lvl8pPr marL="5120640" indent="0">
              <a:buNone/>
              <a:defRPr sz="2560" b="1"/>
            </a:lvl8pPr>
            <a:lvl9pPr marL="5852160" indent="0">
              <a:buNone/>
              <a:defRPr sz="25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7747" y="4452307"/>
            <a:ext cx="6189344" cy="65486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406641" y="2987956"/>
            <a:ext cx="6219826" cy="1464351"/>
          </a:xfrm>
        </p:spPr>
        <p:txBody>
          <a:bodyPr anchor="b"/>
          <a:lstStyle>
            <a:lvl1pPr marL="0" indent="0">
              <a:buNone/>
              <a:defRPr sz="3840" b="1"/>
            </a:lvl1pPr>
            <a:lvl2pPr marL="731520" indent="0">
              <a:buNone/>
              <a:defRPr sz="3200" b="1"/>
            </a:lvl2pPr>
            <a:lvl3pPr marL="1463040" indent="0">
              <a:buNone/>
              <a:defRPr sz="2880" b="1"/>
            </a:lvl3pPr>
            <a:lvl4pPr marL="2194560" indent="0">
              <a:buNone/>
              <a:defRPr sz="2560" b="1"/>
            </a:lvl4pPr>
            <a:lvl5pPr marL="2926080" indent="0">
              <a:buNone/>
              <a:defRPr sz="2560" b="1"/>
            </a:lvl5pPr>
            <a:lvl6pPr marL="3657600" indent="0">
              <a:buNone/>
              <a:defRPr sz="2560" b="1"/>
            </a:lvl6pPr>
            <a:lvl7pPr marL="4389120" indent="0">
              <a:buNone/>
              <a:defRPr sz="2560" b="1"/>
            </a:lvl7pPr>
            <a:lvl8pPr marL="5120640" indent="0">
              <a:buNone/>
              <a:defRPr sz="2560" b="1"/>
            </a:lvl8pPr>
            <a:lvl9pPr marL="5852160" indent="0">
              <a:buNone/>
              <a:defRPr sz="25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406641" y="4452307"/>
            <a:ext cx="6219826" cy="65486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BB7B9F-75CF-4226-BCDB-8DAD917040BC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3B2840-4523-41C4-82F0-B6BA891D2B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42507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BB7B9F-75CF-4226-BCDB-8DAD917040BC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3B2840-4523-41C4-82F0-B6BA891D2B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96821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BB7B9F-75CF-4226-BCDB-8DAD917040BC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3B2840-4523-41C4-82F0-B6BA891D2B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61381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7746" y="812588"/>
            <a:ext cx="4718685" cy="2844059"/>
          </a:xfrm>
        </p:spPr>
        <p:txBody>
          <a:bodyPr anchor="b"/>
          <a:lstStyle>
            <a:lvl1pPr>
              <a:defRPr sz="51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19826" y="1754968"/>
            <a:ext cx="7406640" cy="8661966"/>
          </a:xfrm>
        </p:spPr>
        <p:txBody>
          <a:bodyPr/>
          <a:lstStyle>
            <a:lvl1pPr>
              <a:defRPr sz="5120"/>
            </a:lvl1pPr>
            <a:lvl2pPr>
              <a:defRPr sz="4480"/>
            </a:lvl2pPr>
            <a:lvl3pPr>
              <a:defRPr sz="3840"/>
            </a:lvl3pPr>
            <a:lvl4pPr>
              <a:defRPr sz="3200"/>
            </a:lvl4pPr>
            <a:lvl5pPr>
              <a:defRPr sz="3200"/>
            </a:lvl5pPr>
            <a:lvl6pPr>
              <a:defRPr sz="3200"/>
            </a:lvl6pPr>
            <a:lvl7pPr>
              <a:defRPr sz="3200"/>
            </a:lvl7pPr>
            <a:lvl8pPr>
              <a:defRPr sz="3200"/>
            </a:lvl8pPr>
            <a:lvl9pPr>
              <a:defRPr sz="3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07746" y="3656647"/>
            <a:ext cx="4718685" cy="6774392"/>
          </a:xfrm>
        </p:spPr>
        <p:txBody>
          <a:bodyPr/>
          <a:lstStyle>
            <a:lvl1pPr marL="0" indent="0">
              <a:buNone/>
              <a:defRPr sz="2560"/>
            </a:lvl1pPr>
            <a:lvl2pPr marL="731520" indent="0">
              <a:buNone/>
              <a:defRPr sz="2240"/>
            </a:lvl2pPr>
            <a:lvl3pPr marL="1463040" indent="0">
              <a:buNone/>
              <a:defRPr sz="1920"/>
            </a:lvl3pPr>
            <a:lvl4pPr marL="2194560" indent="0">
              <a:buNone/>
              <a:defRPr sz="1600"/>
            </a:lvl4pPr>
            <a:lvl5pPr marL="2926080" indent="0">
              <a:buNone/>
              <a:defRPr sz="1600"/>
            </a:lvl5pPr>
            <a:lvl6pPr marL="3657600" indent="0">
              <a:buNone/>
              <a:defRPr sz="1600"/>
            </a:lvl6pPr>
            <a:lvl7pPr marL="4389120" indent="0">
              <a:buNone/>
              <a:defRPr sz="1600"/>
            </a:lvl7pPr>
            <a:lvl8pPr marL="5120640" indent="0">
              <a:buNone/>
              <a:defRPr sz="1600"/>
            </a:lvl8pPr>
            <a:lvl9pPr marL="5852160" indent="0">
              <a:buNone/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BB7B9F-75CF-4226-BCDB-8DAD917040BC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3B2840-4523-41C4-82F0-B6BA891D2B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45554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7746" y="812588"/>
            <a:ext cx="4718685" cy="2844059"/>
          </a:xfrm>
        </p:spPr>
        <p:txBody>
          <a:bodyPr anchor="b"/>
          <a:lstStyle>
            <a:lvl1pPr>
              <a:defRPr sz="51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219826" y="1754968"/>
            <a:ext cx="7406640" cy="8661966"/>
          </a:xfrm>
        </p:spPr>
        <p:txBody>
          <a:bodyPr anchor="t"/>
          <a:lstStyle>
            <a:lvl1pPr marL="0" indent="0">
              <a:buNone/>
              <a:defRPr sz="5120"/>
            </a:lvl1pPr>
            <a:lvl2pPr marL="731520" indent="0">
              <a:buNone/>
              <a:defRPr sz="4480"/>
            </a:lvl2pPr>
            <a:lvl3pPr marL="1463040" indent="0">
              <a:buNone/>
              <a:defRPr sz="3840"/>
            </a:lvl3pPr>
            <a:lvl4pPr marL="2194560" indent="0">
              <a:buNone/>
              <a:defRPr sz="3200"/>
            </a:lvl4pPr>
            <a:lvl5pPr marL="2926080" indent="0">
              <a:buNone/>
              <a:defRPr sz="3200"/>
            </a:lvl5pPr>
            <a:lvl6pPr marL="3657600" indent="0">
              <a:buNone/>
              <a:defRPr sz="3200"/>
            </a:lvl6pPr>
            <a:lvl7pPr marL="4389120" indent="0">
              <a:buNone/>
              <a:defRPr sz="3200"/>
            </a:lvl7pPr>
            <a:lvl8pPr marL="5120640" indent="0">
              <a:buNone/>
              <a:defRPr sz="3200"/>
            </a:lvl8pPr>
            <a:lvl9pPr marL="5852160" indent="0">
              <a:buNone/>
              <a:defRPr sz="32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07746" y="3656647"/>
            <a:ext cx="4718685" cy="6774392"/>
          </a:xfrm>
        </p:spPr>
        <p:txBody>
          <a:bodyPr/>
          <a:lstStyle>
            <a:lvl1pPr marL="0" indent="0">
              <a:buNone/>
              <a:defRPr sz="2560"/>
            </a:lvl1pPr>
            <a:lvl2pPr marL="731520" indent="0">
              <a:buNone/>
              <a:defRPr sz="2240"/>
            </a:lvl2pPr>
            <a:lvl3pPr marL="1463040" indent="0">
              <a:buNone/>
              <a:defRPr sz="1920"/>
            </a:lvl3pPr>
            <a:lvl4pPr marL="2194560" indent="0">
              <a:buNone/>
              <a:defRPr sz="1600"/>
            </a:lvl4pPr>
            <a:lvl5pPr marL="2926080" indent="0">
              <a:buNone/>
              <a:defRPr sz="1600"/>
            </a:lvl5pPr>
            <a:lvl6pPr marL="3657600" indent="0">
              <a:buNone/>
              <a:defRPr sz="1600"/>
            </a:lvl6pPr>
            <a:lvl7pPr marL="4389120" indent="0">
              <a:buNone/>
              <a:defRPr sz="1600"/>
            </a:lvl7pPr>
            <a:lvl8pPr marL="5120640" indent="0">
              <a:buNone/>
              <a:defRPr sz="1600"/>
            </a:lvl8pPr>
            <a:lvl9pPr marL="5852160" indent="0">
              <a:buNone/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BB7B9F-75CF-4226-BCDB-8DAD917040BC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3B2840-4523-41C4-82F0-B6BA891D2B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08221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BB7B9F-75CF-4226-BCDB-8DAD917040BC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3B2840-4523-41C4-82F0-B6BA891D2B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99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469881" y="648942"/>
            <a:ext cx="3154680" cy="1032946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05841" y="648942"/>
            <a:ext cx="9281160" cy="1032946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BB7B9F-75CF-4226-BCDB-8DAD917040BC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3B2840-4523-41C4-82F0-B6BA891D2B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7652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05840" y="648945"/>
            <a:ext cx="12618720" cy="23559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40" y="3244711"/>
            <a:ext cx="12618720" cy="77336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05840" y="11297238"/>
            <a:ext cx="3291840" cy="6489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9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7BB7B9F-75CF-4226-BCDB-8DAD917040BC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6320" y="11297238"/>
            <a:ext cx="4937760" cy="6489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9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32720" y="11297238"/>
            <a:ext cx="3291840" cy="6489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9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B3B2840-4523-41C4-82F0-B6BA891D2B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07712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1463040" rtl="0" eaLnBrk="1" latinLnBrk="0" hangingPunct="1">
        <a:lnSpc>
          <a:spcPct val="90000"/>
        </a:lnSpc>
        <a:spcBef>
          <a:spcPct val="0"/>
        </a:spcBef>
        <a:buNone/>
        <a:defRPr sz="70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5760" indent="-365760" algn="l" defTabSz="1463040" rtl="0" eaLnBrk="1" latinLnBrk="0" hangingPunct="1">
        <a:lnSpc>
          <a:spcPct val="90000"/>
        </a:lnSpc>
        <a:spcBef>
          <a:spcPts val="1600"/>
        </a:spcBef>
        <a:buFont typeface="Arial" panose="020B0604020202020204" pitchFamily="34" charset="0"/>
        <a:buChar char="•"/>
        <a:defRPr sz="4480" kern="1200">
          <a:solidFill>
            <a:schemeClr val="tx1"/>
          </a:solidFill>
          <a:latin typeface="+mn-lt"/>
          <a:ea typeface="+mn-ea"/>
          <a:cs typeface="+mn-cs"/>
        </a:defRPr>
      </a:lvl1pPr>
      <a:lvl2pPr marL="1097280" indent="-365760" algn="l" defTabSz="146304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defRPr sz="3840" kern="1200">
          <a:solidFill>
            <a:schemeClr val="tx1"/>
          </a:solidFill>
          <a:latin typeface="+mn-lt"/>
          <a:ea typeface="+mn-ea"/>
          <a:cs typeface="+mn-cs"/>
        </a:defRPr>
      </a:lvl2pPr>
      <a:lvl3pPr marL="1828800" indent="-365760" algn="l" defTabSz="146304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560320" indent="-365760" algn="l" defTabSz="146304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4pPr>
      <a:lvl5pPr marL="3291840" indent="-365760" algn="l" defTabSz="146304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5pPr>
      <a:lvl6pPr marL="4023360" indent="-365760" algn="l" defTabSz="146304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6pPr>
      <a:lvl7pPr marL="4754880" indent="-365760" algn="l" defTabSz="146304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7pPr>
      <a:lvl8pPr marL="5486400" indent="-365760" algn="l" defTabSz="146304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8pPr>
      <a:lvl9pPr marL="6217920" indent="-365760" algn="l" defTabSz="146304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1pPr>
      <a:lvl2pPr marL="73152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2pPr>
      <a:lvl3pPr marL="146304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3pPr>
      <a:lvl4pPr marL="219456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4pPr>
      <a:lvl5pPr marL="292608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5pPr>
      <a:lvl6pPr marL="365760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6pPr>
      <a:lvl7pPr marL="438912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7pPr>
      <a:lvl8pPr marL="512064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8pPr>
      <a:lvl9pPr marL="585216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F5EE6D-8BD5-345D-E8ED-79BE2015EF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Picture 58" descr="A map of the country&#10;&#10;AI-generated content may be incorrect.">
            <a:extLst>
              <a:ext uri="{FF2B5EF4-FFF2-40B4-BE49-F238E27FC236}">
                <a16:creationId xmlns:a16="http://schemas.microsoft.com/office/drawing/2014/main" id="{9B88C85B-5334-2B3C-CA52-A674C6D495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71" t="16868" r="25229" b="13483"/>
          <a:stretch>
            <a:fillRect/>
          </a:stretch>
        </p:blipFill>
        <p:spPr>
          <a:xfrm>
            <a:off x="486762" y="623908"/>
            <a:ext cx="10417151" cy="10364933"/>
          </a:xfrm>
          <a:prstGeom prst="rect">
            <a:avLst/>
          </a:prstGeom>
        </p:spPr>
      </p:pic>
      <p:pic>
        <p:nvPicPr>
          <p:cNvPr id="7" name="Picture 6" descr="A map of a city&#10;&#10;AI-generated content may be incorrect.">
            <a:extLst>
              <a:ext uri="{FF2B5EF4-FFF2-40B4-BE49-F238E27FC236}">
                <a16:creationId xmlns:a16="http://schemas.microsoft.com/office/drawing/2014/main" id="{8FA3FA24-191D-4671-6CE0-90A23854BB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111" r="28834" b="10485"/>
          <a:stretch>
            <a:fillRect/>
          </a:stretch>
        </p:blipFill>
        <p:spPr>
          <a:xfrm>
            <a:off x="10753980" y="7907731"/>
            <a:ext cx="3425656" cy="2955710"/>
          </a:xfrm>
          <a:prstGeom prst="rect">
            <a:avLst/>
          </a:prstGeom>
        </p:spPr>
      </p:pic>
      <p:pic>
        <p:nvPicPr>
          <p:cNvPr id="9" name="Picture 8" descr="A map of a city&#10;&#10;AI-generated content may be incorrect.">
            <a:extLst>
              <a:ext uri="{FF2B5EF4-FFF2-40B4-BE49-F238E27FC236}">
                <a16:creationId xmlns:a16="http://schemas.microsoft.com/office/drawing/2014/main" id="{35C11527-4498-596F-AF87-3230FAFD9D4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515" r="28834" b="11082"/>
          <a:stretch>
            <a:fillRect/>
          </a:stretch>
        </p:blipFill>
        <p:spPr>
          <a:xfrm>
            <a:off x="10718292" y="1028851"/>
            <a:ext cx="3425656" cy="2955710"/>
          </a:xfrm>
          <a:prstGeom prst="rect">
            <a:avLst/>
          </a:prstGeom>
        </p:spPr>
      </p:pic>
      <p:pic>
        <p:nvPicPr>
          <p:cNvPr id="11" name="Picture 10" descr="A map of a city&#10;&#10;AI-generated content may be incorrect.">
            <a:extLst>
              <a:ext uri="{FF2B5EF4-FFF2-40B4-BE49-F238E27FC236}">
                <a16:creationId xmlns:a16="http://schemas.microsoft.com/office/drawing/2014/main" id="{4DDF31B6-0452-38D1-2467-E355E422102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94" t="27895" r="30053" b="10702"/>
          <a:stretch>
            <a:fillRect/>
          </a:stretch>
        </p:blipFill>
        <p:spPr>
          <a:xfrm>
            <a:off x="10949347" y="4470287"/>
            <a:ext cx="3141551" cy="2951721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437A7BAE-80B5-BDE3-58F7-026E369A6F0F}"/>
              </a:ext>
            </a:extLst>
          </p:cNvPr>
          <p:cNvSpPr/>
          <p:nvPr/>
        </p:nvSpPr>
        <p:spPr>
          <a:xfrm>
            <a:off x="12749924" y="1037195"/>
            <a:ext cx="1251677" cy="153479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Picture 17" descr="A map of a city&#10;&#10;AI-generated content may be incorrect.">
            <a:extLst>
              <a:ext uri="{FF2B5EF4-FFF2-40B4-BE49-F238E27FC236}">
                <a16:creationId xmlns:a16="http://schemas.microsoft.com/office/drawing/2014/main" id="{0CF7BC35-3AC6-D806-C515-3E20FA8154E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4402" t="34351" r="2341" b="29761"/>
          <a:stretch>
            <a:fillRect/>
          </a:stretch>
        </p:blipFill>
        <p:spPr>
          <a:xfrm>
            <a:off x="12795357" y="832447"/>
            <a:ext cx="1251677" cy="1931589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228C86D7-B2BC-3BDA-8C24-DC02702BE1ED}"/>
              </a:ext>
            </a:extLst>
          </p:cNvPr>
          <p:cNvSpPr/>
          <p:nvPr/>
        </p:nvSpPr>
        <p:spPr>
          <a:xfrm>
            <a:off x="12795356" y="7907731"/>
            <a:ext cx="1251677" cy="153479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9F85BC1-2483-6BE6-13FA-AC870E1140AF}"/>
              </a:ext>
            </a:extLst>
          </p:cNvPr>
          <p:cNvSpPr/>
          <p:nvPr/>
        </p:nvSpPr>
        <p:spPr>
          <a:xfrm>
            <a:off x="12749923" y="4477658"/>
            <a:ext cx="1251677" cy="153479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4" name="Picture 23" descr="A map of a city&#10;&#10;AI-generated content may be incorrect.">
            <a:extLst>
              <a:ext uri="{FF2B5EF4-FFF2-40B4-BE49-F238E27FC236}">
                <a16:creationId xmlns:a16="http://schemas.microsoft.com/office/drawing/2014/main" id="{53302CB5-1FDB-D032-464E-3BC850EC640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4402" t="34351" r="2341" b="29761"/>
          <a:stretch>
            <a:fillRect/>
          </a:stretch>
        </p:blipFill>
        <p:spPr>
          <a:xfrm>
            <a:off x="12828503" y="7724152"/>
            <a:ext cx="1251677" cy="1931589"/>
          </a:xfrm>
          <a:prstGeom prst="rect">
            <a:avLst/>
          </a:prstGeom>
        </p:spPr>
      </p:pic>
      <p:pic>
        <p:nvPicPr>
          <p:cNvPr id="25" name="Picture 24" descr="A map of a city&#10;&#10;AI-generated content may be incorrect.">
            <a:extLst>
              <a:ext uri="{FF2B5EF4-FFF2-40B4-BE49-F238E27FC236}">
                <a16:creationId xmlns:a16="http://schemas.microsoft.com/office/drawing/2014/main" id="{B3446B72-DFFE-5606-D9A9-A4A181C5696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4402" t="34351" r="2341" b="29761"/>
          <a:stretch>
            <a:fillRect/>
          </a:stretch>
        </p:blipFill>
        <p:spPr>
          <a:xfrm>
            <a:off x="12795357" y="4253192"/>
            <a:ext cx="1251677" cy="1931589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5E717177-2EE0-C59A-ED34-DF26FF5B78CC}"/>
              </a:ext>
            </a:extLst>
          </p:cNvPr>
          <p:cNvSpPr txBox="1"/>
          <p:nvPr/>
        </p:nvSpPr>
        <p:spPr>
          <a:xfrm>
            <a:off x="11036246" y="606308"/>
            <a:ext cx="204807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i="1" dirty="0"/>
              <a:t>Papilio </a:t>
            </a:r>
            <a:r>
              <a:rPr lang="en-US" sz="2200" i="1" dirty="0" err="1"/>
              <a:t>galucus</a:t>
            </a:r>
            <a:endParaRPr lang="en-US" sz="2200" i="1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D546523-6311-3C5C-A801-BA095870D0C6}"/>
              </a:ext>
            </a:extLst>
          </p:cNvPr>
          <p:cNvSpPr txBox="1"/>
          <p:nvPr/>
        </p:nvSpPr>
        <p:spPr>
          <a:xfrm>
            <a:off x="11004649" y="7487026"/>
            <a:ext cx="262285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i="1" dirty="0"/>
              <a:t>Bombus impatiens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9B6EE5E-028B-9587-0946-60B74A41869B}"/>
              </a:ext>
            </a:extLst>
          </p:cNvPr>
          <p:cNvSpPr txBox="1"/>
          <p:nvPr/>
        </p:nvSpPr>
        <p:spPr>
          <a:xfrm>
            <a:off x="11004649" y="4052100"/>
            <a:ext cx="262285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i="1" dirty="0"/>
              <a:t>Xylocopa virginica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87FF603-C73C-6CB5-B42D-23B840D6094A}"/>
              </a:ext>
            </a:extLst>
          </p:cNvPr>
          <p:cNvSpPr/>
          <p:nvPr/>
        </p:nvSpPr>
        <p:spPr>
          <a:xfrm>
            <a:off x="3204750" y="8769893"/>
            <a:ext cx="370300" cy="393157"/>
          </a:xfrm>
          <a:prstGeom prst="rect">
            <a:avLst/>
          </a:prstGeom>
          <a:noFill/>
          <a:ln w="762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CDE8485-DFDF-D9D7-DCF6-8B274FDE6DCF}"/>
              </a:ext>
            </a:extLst>
          </p:cNvPr>
          <p:cNvSpPr/>
          <p:nvPr/>
        </p:nvSpPr>
        <p:spPr>
          <a:xfrm>
            <a:off x="583366" y="724425"/>
            <a:ext cx="2128029" cy="217780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Picture 16" descr="A map of the united states&#10;&#10;AI-generated content may be incorrect.">
            <a:extLst>
              <a:ext uri="{FF2B5EF4-FFF2-40B4-BE49-F238E27FC236}">
                <a16:creationId xmlns:a16="http://schemas.microsoft.com/office/drawing/2014/main" id="{54AE792E-990D-2ED0-8ADB-4C49B70872B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504" t="42149" b="37520"/>
          <a:stretch>
            <a:fillRect/>
          </a:stretch>
        </p:blipFill>
        <p:spPr>
          <a:xfrm>
            <a:off x="524982" y="724424"/>
            <a:ext cx="2265208" cy="2246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51679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98</TotalTime>
  <Words>6</Words>
  <Application>Microsoft Office PowerPoint</Application>
  <PresentationFormat>Custom</PresentationFormat>
  <Paragraphs>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Mason,Brittany Marie</dc:creator>
  <cp:lastModifiedBy>Mason,Brittany Marie</cp:lastModifiedBy>
  <cp:revision>3</cp:revision>
  <dcterms:created xsi:type="dcterms:W3CDTF">2025-10-07T18:12:40Z</dcterms:created>
  <dcterms:modified xsi:type="dcterms:W3CDTF">2026-04-09T15:19:20Z</dcterms:modified>
</cp:coreProperties>
</file>