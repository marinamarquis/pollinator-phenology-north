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9" r:id="rId2"/>
  </p:sldIdLst>
  <p:sldSz cx="14630400" cy="1218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40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94792"/>
            <a:ext cx="12435840" cy="4243517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6401956"/>
            <a:ext cx="10972800" cy="2942810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1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1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3038745"/>
            <a:ext cx="12618720" cy="5070212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8156923"/>
            <a:ext cx="12618720" cy="2666305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2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3244711"/>
            <a:ext cx="621792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3244711"/>
            <a:ext cx="6217920" cy="773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5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648945"/>
            <a:ext cx="12618720" cy="2355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2987956"/>
            <a:ext cx="6189344" cy="1464351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4452307"/>
            <a:ext cx="6189344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987956"/>
            <a:ext cx="6219826" cy="1464351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4452307"/>
            <a:ext cx="6219826" cy="6548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5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8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3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812588"/>
            <a:ext cx="4718685" cy="2844059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754968"/>
            <a:ext cx="7406640" cy="8661966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656647"/>
            <a:ext cx="4718685" cy="6774392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5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812588"/>
            <a:ext cx="4718685" cy="2844059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754968"/>
            <a:ext cx="7406640" cy="8661966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656647"/>
            <a:ext cx="4718685" cy="6774392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2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9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648942"/>
            <a:ext cx="3154680" cy="10329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648942"/>
            <a:ext cx="9281160" cy="103294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648945"/>
            <a:ext cx="12618720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3244711"/>
            <a:ext cx="12618720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1297238"/>
            <a:ext cx="329184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B7B9F-75CF-4226-BCDB-8DAD917040B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1297238"/>
            <a:ext cx="493776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1297238"/>
            <a:ext cx="329184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B2840-4523-41C4-82F0-B6BA891D2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EE6D-8BD5-345D-E8ED-79BE2015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A map of the country&#10;&#10;AI-generated content may be incorrect.">
            <a:extLst>
              <a:ext uri="{FF2B5EF4-FFF2-40B4-BE49-F238E27FC236}">
                <a16:creationId xmlns:a16="http://schemas.microsoft.com/office/drawing/2014/main" id="{9B88C85B-5334-2B3C-CA52-A674C6D49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1" t="16868" r="25229" b="13483"/>
          <a:stretch>
            <a:fillRect/>
          </a:stretch>
        </p:blipFill>
        <p:spPr>
          <a:xfrm>
            <a:off x="486762" y="623908"/>
            <a:ext cx="10417151" cy="10364933"/>
          </a:xfrm>
          <a:prstGeom prst="rect">
            <a:avLst/>
          </a:prstGeom>
        </p:spPr>
      </p:pic>
      <p:pic>
        <p:nvPicPr>
          <p:cNvPr id="7" name="Picture 6" descr="A map of a city&#10;&#10;AI-generated content may be incorrect.">
            <a:extLst>
              <a:ext uri="{FF2B5EF4-FFF2-40B4-BE49-F238E27FC236}">
                <a16:creationId xmlns:a16="http://schemas.microsoft.com/office/drawing/2014/main" id="{8FA3FA24-191D-4671-6CE0-90A23854B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11" r="28834" b="10485"/>
          <a:stretch>
            <a:fillRect/>
          </a:stretch>
        </p:blipFill>
        <p:spPr>
          <a:xfrm>
            <a:off x="10753980" y="7907731"/>
            <a:ext cx="3425656" cy="2955710"/>
          </a:xfrm>
          <a:prstGeom prst="rect">
            <a:avLst/>
          </a:prstGeom>
        </p:spPr>
      </p:pic>
      <p:pic>
        <p:nvPicPr>
          <p:cNvPr id="9" name="Picture 8" descr="A map of a city&#10;&#10;AI-generated content may be incorrect.">
            <a:extLst>
              <a:ext uri="{FF2B5EF4-FFF2-40B4-BE49-F238E27FC236}">
                <a16:creationId xmlns:a16="http://schemas.microsoft.com/office/drawing/2014/main" id="{35C11527-4498-596F-AF87-3230FAFD9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15" r="28834" b="11082"/>
          <a:stretch>
            <a:fillRect/>
          </a:stretch>
        </p:blipFill>
        <p:spPr>
          <a:xfrm>
            <a:off x="10718292" y="1028851"/>
            <a:ext cx="3425656" cy="2955710"/>
          </a:xfrm>
          <a:prstGeom prst="rect">
            <a:avLst/>
          </a:prstGeom>
        </p:spPr>
      </p:pic>
      <p:pic>
        <p:nvPicPr>
          <p:cNvPr id="11" name="Picture 10" descr="A map of a city&#10;&#10;AI-generated content may be incorrect.">
            <a:extLst>
              <a:ext uri="{FF2B5EF4-FFF2-40B4-BE49-F238E27FC236}">
                <a16:creationId xmlns:a16="http://schemas.microsoft.com/office/drawing/2014/main" id="{4DDF31B6-0452-38D1-2467-E355E42210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4" t="27895" r="30053" b="10702"/>
          <a:stretch>
            <a:fillRect/>
          </a:stretch>
        </p:blipFill>
        <p:spPr>
          <a:xfrm>
            <a:off x="10949347" y="4470287"/>
            <a:ext cx="3141551" cy="295172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37A7BAE-80B5-BDE3-58F7-026E369A6F0F}"/>
              </a:ext>
            </a:extLst>
          </p:cNvPr>
          <p:cNvSpPr/>
          <p:nvPr/>
        </p:nvSpPr>
        <p:spPr>
          <a:xfrm>
            <a:off x="12749924" y="1037195"/>
            <a:ext cx="1251677" cy="1534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map of a city&#10;&#10;AI-generated content may be incorrect.">
            <a:extLst>
              <a:ext uri="{FF2B5EF4-FFF2-40B4-BE49-F238E27FC236}">
                <a16:creationId xmlns:a16="http://schemas.microsoft.com/office/drawing/2014/main" id="{0CF7BC35-3AC6-D806-C515-3E20FA8154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02" t="34351" r="2341" b="29761"/>
          <a:stretch>
            <a:fillRect/>
          </a:stretch>
        </p:blipFill>
        <p:spPr>
          <a:xfrm>
            <a:off x="12795357" y="832447"/>
            <a:ext cx="1251677" cy="19315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28C86D7-B2BC-3BDA-8C24-DC02702BE1ED}"/>
              </a:ext>
            </a:extLst>
          </p:cNvPr>
          <p:cNvSpPr/>
          <p:nvPr/>
        </p:nvSpPr>
        <p:spPr>
          <a:xfrm>
            <a:off x="12795356" y="7907731"/>
            <a:ext cx="1251677" cy="1534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F85BC1-2483-6BE6-13FA-AC870E1140AF}"/>
              </a:ext>
            </a:extLst>
          </p:cNvPr>
          <p:cNvSpPr/>
          <p:nvPr/>
        </p:nvSpPr>
        <p:spPr>
          <a:xfrm>
            <a:off x="12749923" y="4477658"/>
            <a:ext cx="1251677" cy="1534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map of a city&#10;&#10;AI-generated content may be incorrect.">
            <a:extLst>
              <a:ext uri="{FF2B5EF4-FFF2-40B4-BE49-F238E27FC236}">
                <a16:creationId xmlns:a16="http://schemas.microsoft.com/office/drawing/2014/main" id="{53302CB5-1FDB-D032-464E-3BC850EC6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02" t="34351" r="2341" b="29761"/>
          <a:stretch>
            <a:fillRect/>
          </a:stretch>
        </p:blipFill>
        <p:spPr>
          <a:xfrm>
            <a:off x="12828503" y="7724152"/>
            <a:ext cx="1251677" cy="1931589"/>
          </a:xfrm>
          <a:prstGeom prst="rect">
            <a:avLst/>
          </a:prstGeom>
        </p:spPr>
      </p:pic>
      <p:pic>
        <p:nvPicPr>
          <p:cNvPr id="25" name="Picture 24" descr="A map of a city&#10;&#10;AI-generated content may be incorrect.">
            <a:extLst>
              <a:ext uri="{FF2B5EF4-FFF2-40B4-BE49-F238E27FC236}">
                <a16:creationId xmlns:a16="http://schemas.microsoft.com/office/drawing/2014/main" id="{B3446B72-DFFE-5606-D9A9-A4A181C569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02" t="34351" r="2341" b="29761"/>
          <a:stretch>
            <a:fillRect/>
          </a:stretch>
        </p:blipFill>
        <p:spPr>
          <a:xfrm>
            <a:off x="12795357" y="4253192"/>
            <a:ext cx="1251677" cy="193158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E717177-2EE0-C59A-ED34-DF26FF5B78CC}"/>
              </a:ext>
            </a:extLst>
          </p:cNvPr>
          <p:cNvSpPr txBox="1"/>
          <p:nvPr/>
        </p:nvSpPr>
        <p:spPr>
          <a:xfrm>
            <a:off x="11036246" y="606308"/>
            <a:ext cx="2048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Papilio </a:t>
            </a:r>
            <a:r>
              <a:rPr lang="en-US" sz="2200" i="1" dirty="0" err="1"/>
              <a:t>galucus</a:t>
            </a:r>
            <a:endParaRPr lang="en-US" sz="2200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546523-6311-3C5C-A801-BA095870D0C6}"/>
              </a:ext>
            </a:extLst>
          </p:cNvPr>
          <p:cNvSpPr txBox="1"/>
          <p:nvPr/>
        </p:nvSpPr>
        <p:spPr>
          <a:xfrm>
            <a:off x="11004649" y="7487026"/>
            <a:ext cx="26228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Bombus impatiens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B6EE5E-028B-9587-0946-60B74A41869B}"/>
              </a:ext>
            </a:extLst>
          </p:cNvPr>
          <p:cNvSpPr txBox="1"/>
          <p:nvPr/>
        </p:nvSpPr>
        <p:spPr>
          <a:xfrm>
            <a:off x="11004649" y="4052100"/>
            <a:ext cx="26228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Xylocopa virginica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7FF603-C73C-6CB5-B42D-23B840D6094A}"/>
              </a:ext>
            </a:extLst>
          </p:cNvPr>
          <p:cNvSpPr/>
          <p:nvPr/>
        </p:nvSpPr>
        <p:spPr>
          <a:xfrm>
            <a:off x="3204750" y="8769893"/>
            <a:ext cx="370300" cy="393157"/>
          </a:xfrm>
          <a:prstGeom prst="rect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DE8485-DFDF-D9D7-DCF6-8B274FDE6DCF}"/>
              </a:ext>
            </a:extLst>
          </p:cNvPr>
          <p:cNvSpPr/>
          <p:nvPr/>
        </p:nvSpPr>
        <p:spPr>
          <a:xfrm>
            <a:off x="583366" y="724425"/>
            <a:ext cx="2128029" cy="21778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4AE792E-990D-2ED0-8ADB-4C49B70872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04" t="42149" b="37520"/>
          <a:stretch>
            <a:fillRect/>
          </a:stretch>
        </p:blipFill>
        <p:spPr>
          <a:xfrm>
            <a:off x="524982" y="724424"/>
            <a:ext cx="2265208" cy="224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6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Mason,Brittany Marie</dc:creator>
  <cp:lastModifiedBy>Mason,Brittany Marie</cp:lastModifiedBy>
  <cp:revision>2</cp:revision>
  <dcterms:created xsi:type="dcterms:W3CDTF">2025-10-07T18:12:40Z</dcterms:created>
  <dcterms:modified xsi:type="dcterms:W3CDTF">2025-10-07T19:30:27Z</dcterms:modified>
</cp:coreProperties>
</file>